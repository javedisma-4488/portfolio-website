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6"/>
  </p:notesMasterIdLst>
  <p:sldIdLst>
    <p:sldId id="259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59E67-D943-429B-AEFC-DEDA14BF2EC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0"/>
      <dgm:spPr/>
    </dgm:pt>
    <dgm:pt modelId="{DCAC2A1A-C8BC-4FB3-BD6D-1948DC8FF6D3}" type="pres">
      <dgm:prSet presAssocID="{72959E67-D943-429B-AEFC-DEDA14BF2EC6}" presName="Name0" presStyleCnt="0">
        <dgm:presLayoutVars>
          <dgm:dir/>
          <dgm:resizeHandles val="exact"/>
        </dgm:presLayoutVars>
      </dgm:prSet>
      <dgm:spPr/>
    </dgm:pt>
  </dgm:ptLst>
  <dgm:cxnLst>
    <dgm:cxn modelId="{0658AEA5-6428-466E-BFB8-0F13556F8C7C}" type="presOf" srcId="{72959E67-D943-429B-AEFC-DEDA14BF2EC6}" destId="{DCAC2A1A-C8BC-4FB3-BD6D-1948DC8FF6D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67BBF6-D79E-4B1C-B1BC-F3C3A3EA98B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B1A7253-5928-49AB-832B-5283F1191DE0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Plan the trip</a:t>
          </a:r>
        </a:p>
      </dgm:t>
    </dgm:pt>
    <dgm:pt modelId="{80E83B00-1C08-49BB-94D0-24B7E1E914F7}" type="parTrans" cxnId="{CBAF26E0-BCD1-4A48-BC70-E5ABE5A2D71D}">
      <dgm:prSet/>
      <dgm:spPr/>
      <dgm:t>
        <a:bodyPr/>
        <a:lstStyle/>
        <a:p>
          <a:endParaRPr lang="en-US"/>
        </a:p>
      </dgm:t>
    </dgm:pt>
    <dgm:pt modelId="{2DB061C3-6C58-4298-B0FB-26F55F440035}" type="sibTrans" cxnId="{CBAF26E0-BCD1-4A48-BC70-E5ABE5A2D71D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/>
        </a:p>
      </dgm:t>
    </dgm:pt>
    <dgm:pt modelId="{9D591F8A-038F-4430-881E-5756E1C2DCF7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Pack bags </a:t>
          </a:r>
        </a:p>
      </dgm:t>
    </dgm:pt>
    <dgm:pt modelId="{8DE25B10-49BC-40D9-AEA1-8FF62AB3E894}" type="parTrans" cxnId="{97C18C33-AA5C-4B73-9520-2E582633EA3F}">
      <dgm:prSet/>
      <dgm:spPr/>
      <dgm:t>
        <a:bodyPr/>
        <a:lstStyle/>
        <a:p>
          <a:endParaRPr lang="en-US"/>
        </a:p>
      </dgm:t>
    </dgm:pt>
    <dgm:pt modelId="{3498570F-88DE-4233-8BA3-3ADFB47E28B6}" type="sibTrans" cxnId="{97C18C33-AA5C-4B73-9520-2E582633EA3F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/>
        </a:p>
      </dgm:t>
    </dgm:pt>
    <dgm:pt modelId="{92087704-3960-4D65-B3FA-9349C15DEC04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Explore new places</a:t>
          </a:r>
        </a:p>
      </dgm:t>
    </dgm:pt>
    <dgm:pt modelId="{E3135EC8-964D-44E3-9A98-F47DC2FE1059}" type="parTrans" cxnId="{B908AEFB-ACA0-4A87-8E87-84AB2F8EAA31}">
      <dgm:prSet/>
      <dgm:spPr/>
      <dgm:t>
        <a:bodyPr/>
        <a:lstStyle/>
        <a:p>
          <a:endParaRPr lang="en-US"/>
        </a:p>
      </dgm:t>
    </dgm:pt>
    <dgm:pt modelId="{4655A25A-9D0B-4A80-AE7B-077DB8F3B38C}" type="sibTrans" cxnId="{B908AEFB-ACA0-4A87-8E87-84AB2F8EAA31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/>
        </a:p>
      </dgm:t>
    </dgm:pt>
    <dgm:pt modelId="{10F31DE2-3F17-47F6-BC72-E929866ED7EC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Create memories</a:t>
          </a:r>
        </a:p>
      </dgm:t>
    </dgm:pt>
    <dgm:pt modelId="{7816F26F-0657-4DA3-8CF7-C164866F0C7F}" type="parTrans" cxnId="{5DB48E09-E7E1-4B97-8503-C6B2EBA0669A}">
      <dgm:prSet/>
      <dgm:spPr/>
      <dgm:t>
        <a:bodyPr/>
        <a:lstStyle/>
        <a:p>
          <a:endParaRPr lang="en-US"/>
        </a:p>
      </dgm:t>
    </dgm:pt>
    <dgm:pt modelId="{FF494B9F-E55F-4BB9-A1DF-B6DF2D40C33D}" type="sibTrans" cxnId="{5DB48E09-E7E1-4B97-8503-C6B2EBA0669A}">
      <dgm:prSet/>
      <dgm:spPr/>
      <dgm:t>
        <a:bodyPr/>
        <a:lstStyle/>
        <a:p>
          <a:endParaRPr lang="en-US"/>
        </a:p>
      </dgm:t>
    </dgm:pt>
    <dgm:pt modelId="{838DAB86-6D8B-4189-9212-8C827F54EFFE}" type="pres">
      <dgm:prSet presAssocID="{5D67BBF6-D79E-4B1C-B1BC-F3C3A3EA98B2}" presName="linearFlow" presStyleCnt="0">
        <dgm:presLayoutVars>
          <dgm:resizeHandles val="exact"/>
        </dgm:presLayoutVars>
      </dgm:prSet>
      <dgm:spPr/>
    </dgm:pt>
    <dgm:pt modelId="{6AF5BA68-BB10-4FA0-B664-9D7D4202F584}" type="pres">
      <dgm:prSet presAssocID="{8B1A7253-5928-49AB-832B-5283F1191DE0}" presName="node" presStyleLbl="node1" presStyleIdx="0" presStyleCnt="4" custLinFactNeighborX="-2500" custLinFactNeighborY="-4500">
        <dgm:presLayoutVars>
          <dgm:bulletEnabled val="1"/>
        </dgm:presLayoutVars>
      </dgm:prSet>
      <dgm:spPr/>
    </dgm:pt>
    <dgm:pt modelId="{44A62420-5072-4745-830D-4DB1D84D0746}" type="pres">
      <dgm:prSet presAssocID="{2DB061C3-6C58-4298-B0FB-26F55F440035}" presName="sibTrans" presStyleLbl="sibTrans2D1" presStyleIdx="0" presStyleCnt="3"/>
      <dgm:spPr/>
    </dgm:pt>
    <dgm:pt modelId="{50030141-0AFD-4D75-B8E7-972FCCAF1FAC}" type="pres">
      <dgm:prSet presAssocID="{2DB061C3-6C58-4298-B0FB-26F55F440035}" presName="connectorText" presStyleLbl="sibTrans2D1" presStyleIdx="0" presStyleCnt="3"/>
      <dgm:spPr/>
    </dgm:pt>
    <dgm:pt modelId="{2415A46D-7255-4061-955B-C9E714252C39}" type="pres">
      <dgm:prSet presAssocID="{9D591F8A-038F-4430-881E-5756E1C2DCF7}" presName="node" presStyleLbl="node1" presStyleIdx="1" presStyleCnt="4">
        <dgm:presLayoutVars>
          <dgm:bulletEnabled val="1"/>
        </dgm:presLayoutVars>
      </dgm:prSet>
      <dgm:spPr/>
    </dgm:pt>
    <dgm:pt modelId="{AC0214F1-1726-4EE9-A1E7-5DD6A2059C38}" type="pres">
      <dgm:prSet presAssocID="{3498570F-88DE-4233-8BA3-3ADFB47E28B6}" presName="sibTrans" presStyleLbl="sibTrans2D1" presStyleIdx="1" presStyleCnt="3"/>
      <dgm:spPr/>
    </dgm:pt>
    <dgm:pt modelId="{77DF3338-F0BA-422B-BC62-626A23788E73}" type="pres">
      <dgm:prSet presAssocID="{3498570F-88DE-4233-8BA3-3ADFB47E28B6}" presName="connectorText" presStyleLbl="sibTrans2D1" presStyleIdx="1" presStyleCnt="3"/>
      <dgm:spPr/>
    </dgm:pt>
    <dgm:pt modelId="{643CF869-953B-4650-8485-319E71AB6E30}" type="pres">
      <dgm:prSet presAssocID="{92087704-3960-4D65-B3FA-9349C15DEC04}" presName="node" presStyleLbl="node1" presStyleIdx="2" presStyleCnt="4">
        <dgm:presLayoutVars>
          <dgm:bulletEnabled val="1"/>
        </dgm:presLayoutVars>
      </dgm:prSet>
      <dgm:spPr/>
    </dgm:pt>
    <dgm:pt modelId="{65E879D2-9FD8-4CC2-9640-ADB63163FE9E}" type="pres">
      <dgm:prSet presAssocID="{4655A25A-9D0B-4A80-AE7B-077DB8F3B38C}" presName="sibTrans" presStyleLbl="sibTrans2D1" presStyleIdx="2" presStyleCnt="3"/>
      <dgm:spPr/>
    </dgm:pt>
    <dgm:pt modelId="{212E248E-CD28-4290-B3F4-CB5D2BC11B72}" type="pres">
      <dgm:prSet presAssocID="{4655A25A-9D0B-4A80-AE7B-077DB8F3B38C}" presName="connectorText" presStyleLbl="sibTrans2D1" presStyleIdx="2" presStyleCnt="3"/>
      <dgm:spPr/>
    </dgm:pt>
    <dgm:pt modelId="{AF1AE050-7327-498B-B36A-2C441DE17726}" type="pres">
      <dgm:prSet presAssocID="{10F31DE2-3F17-47F6-BC72-E929866ED7EC}" presName="node" presStyleLbl="node1" presStyleIdx="3" presStyleCnt="4">
        <dgm:presLayoutVars>
          <dgm:bulletEnabled val="1"/>
        </dgm:presLayoutVars>
      </dgm:prSet>
      <dgm:spPr/>
    </dgm:pt>
  </dgm:ptLst>
  <dgm:cxnLst>
    <dgm:cxn modelId="{5DB48E09-E7E1-4B97-8503-C6B2EBA0669A}" srcId="{5D67BBF6-D79E-4B1C-B1BC-F3C3A3EA98B2}" destId="{10F31DE2-3F17-47F6-BC72-E929866ED7EC}" srcOrd="3" destOrd="0" parTransId="{7816F26F-0657-4DA3-8CF7-C164866F0C7F}" sibTransId="{FF494B9F-E55F-4BB9-A1DF-B6DF2D40C33D}"/>
    <dgm:cxn modelId="{E706F817-B356-4532-9C1A-C8FE6DE23A35}" type="presOf" srcId="{3498570F-88DE-4233-8BA3-3ADFB47E28B6}" destId="{AC0214F1-1726-4EE9-A1E7-5DD6A2059C38}" srcOrd="0" destOrd="0" presId="urn:microsoft.com/office/officeart/2005/8/layout/process2"/>
    <dgm:cxn modelId="{97C18C33-AA5C-4B73-9520-2E582633EA3F}" srcId="{5D67BBF6-D79E-4B1C-B1BC-F3C3A3EA98B2}" destId="{9D591F8A-038F-4430-881E-5756E1C2DCF7}" srcOrd="1" destOrd="0" parTransId="{8DE25B10-49BC-40D9-AEA1-8FF62AB3E894}" sibTransId="{3498570F-88DE-4233-8BA3-3ADFB47E28B6}"/>
    <dgm:cxn modelId="{85734363-518B-40CA-8878-1C8DBD693B9E}" type="presOf" srcId="{8B1A7253-5928-49AB-832B-5283F1191DE0}" destId="{6AF5BA68-BB10-4FA0-B664-9D7D4202F584}" srcOrd="0" destOrd="0" presId="urn:microsoft.com/office/officeart/2005/8/layout/process2"/>
    <dgm:cxn modelId="{BC8AD26C-FB02-407F-B523-4F34704747FC}" type="presOf" srcId="{2DB061C3-6C58-4298-B0FB-26F55F440035}" destId="{50030141-0AFD-4D75-B8E7-972FCCAF1FAC}" srcOrd="1" destOrd="0" presId="urn:microsoft.com/office/officeart/2005/8/layout/process2"/>
    <dgm:cxn modelId="{1303667D-41B4-423A-AF4D-1BE9ED110E39}" type="presOf" srcId="{4655A25A-9D0B-4A80-AE7B-077DB8F3B38C}" destId="{65E879D2-9FD8-4CC2-9640-ADB63163FE9E}" srcOrd="0" destOrd="0" presId="urn:microsoft.com/office/officeart/2005/8/layout/process2"/>
    <dgm:cxn modelId="{D4333981-5EE6-44DB-B40F-C87BA61BC907}" type="presOf" srcId="{5D67BBF6-D79E-4B1C-B1BC-F3C3A3EA98B2}" destId="{838DAB86-6D8B-4189-9212-8C827F54EFFE}" srcOrd="0" destOrd="0" presId="urn:microsoft.com/office/officeart/2005/8/layout/process2"/>
    <dgm:cxn modelId="{14AC9588-C955-4295-AE5D-41D66E9B0AC1}" type="presOf" srcId="{2DB061C3-6C58-4298-B0FB-26F55F440035}" destId="{44A62420-5072-4745-830D-4DB1D84D0746}" srcOrd="0" destOrd="0" presId="urn:microsoft.com/office/officeart/2005/8/layout/process2"/>
    <dgm:cxn modelId="{AA35B5A1-891A-4F55-96FA-2A6E47F8DF06}" type="presOf" srcId="{10F31DE2-3F17-47F6-BC72-E929866ED7EC}" destId="{AF1AE050-7327-498B-B36A-2C441DE17726}" srcOrd="0" destOrd="0" presId="urn:microsoft.com/office/officeart/2005/8/layout/process2"/>
    <dgm:cxn modelId="{BB6A36B2-0326-42B0-9E9D-49D129AA0280}" type="presOf" srcId="{92087704-3960-4D65-B3FA-9349C15DEC04}" destId="{643CF869-953B-4650-8485-319E71AB6E30}" srcOrd="0" destOrd="0" presId="urn:microsoft.com/office/officeart/2005/8/layout/process2"/>
    <dgm:cxn modelId="{4CA0DAB6-658D-4931-B663-7290823EE5C8}" type="presOf" srcId="{4655A25A-9D0B-4A80-AE7B-077DB8F3B38C}" destId="{212E248E-CD28-4290-B3F4-CB5D2BC11B72}" srcOrd="1" destOrd="0" presId="urn:microsoft.com/office/officeart/2005/8/layout/process2"/>
    <dgm:cxn modelId="{CBAF26E0-BCD1-4A48-BC70-E5ABE5A2D71D}" srcId="{5D67BBF6-D79E-4B1C-B1BC-F3C3A3EA98B2}" destId="{8B1A7253-5928-49AB-832B-5283F1191DE0}" srcOrd="0" destOrd="0" parTransId="{80E83B00-1C08-49BB-94D0-24B7E1E914F7}" sibTransId="{2DB061C3-6C58-4298-B0FB-26F55F440035}"/>
    <dgm:cxn modelId="{6F39F8E2-104A-460A-BA96-C5A6BB7D50E2}" type="presOf" srcId="{9D591F8A-038F-4430-881E-5756E1C2DCF7}" destId="{2415A46D-7255-4061-955B-C9E714252C39}" srcOrd="0" destOrd="0" presId="urn:microsoft.com/office/officeart/2005/8/layout/process2"/>
    <dgm:cxn modelId="{AFA4BBF8-616C-4874-89FC-1292C2BDDF08}" type="presOf" srcId="{3498570F-88DE-4233-8BA3-3ADFB47E28B6}" destId="{77DF3338-F0BA-422B-BC62-626A23788E73}" srcOrd="1" destOrd="0" presId="urn:microsoft.com/office/officeart/2005/8/layout/process2"/>
    <dgm:cxn modelId="{B908AEFB-ACA0-4A87-8E87-84AB2F8EAA31}" srcId="{5D67BBF6-D79E-4B1C-B1BC-F3C3A3EA98B2}" destId="{92087704-3960-4D65-B3FA-9349C15DEC04}" srcOrd="2" destOrd="0" parTransId="{E3135EC8-964D-44E3-9A98-F47DC2FE1059}" sibTransId="{4655A25A-9D0B-4A80-AE7B-077DB8F3B38C}"/>
    <dgm:cxn modelId="{B75E975F-71EA-4711-879E-645CEB06097C}" type="presParOf" srcId="{838DAB86-6D8B-4189-9212-8C827F54EFFE}" destId="{6AF5BA68-BB10-4FA0-B664-9D7D4202F584}" srcOrd="0" destOrd="0" presId="urn:microsoft.com/office/officeart/2005/8/layout/process2"/>
    <dgm:cxn modelId="{FAF189D6-6FAF-4846-BB77-9D3383F06108}" type="presParOf" srcId="{838DAB86-6D8B-4189-9212-8C827F54EFFE}" destId="{44A62420-5072-4745-830D-4DB1D84D0746}" srcOrd="1" destOrd="0" presId="urn:microsoft.com/office/officeart/2005/8/layout/process2"/>
    <dgm:cxn modelId="{9DB31708-F969-4A9B-B178-2722BABC3990}" type="presParOf" srcId="{44A62420-5072-4745-830D-4DB1D84D0746}" destId="{50030141-0AFD-4D75-B8E7-972FCCAF1FAC}" srcOrd="0" destOrd="0" presId="urn:microsoft.com/office/officeart/2005/8/layout/process2"/>
    <dgm:cxn modelId="{4337270A-E60F-4452-9769-2F80981DDD2E}" type="presParOf" srcId="{838DAB86-6D8B-4189-9212-8C827F54EFFE}" destId="{2415A46D-7255-4061-955B-C9E714252C39}" srcOrd="2" destOrd="0" presId="urn:microsoft.com/office/officeart/2005/8/layout/process2"/>
    <dgm:cxn modelId="{91D864D3-C03A-49C7-BEC5-713B89FDB81A}" type="presParOf" srcId="{838DAB86-6D8B-4189-9212-8C827F54EFFE}" destId="{AC0214F1-1726-4EE9-A1E7-5DD6A2059C38}" srcOrd="3" destOrd="0" presId="urn:microsoft.com/office/officeart/2005/8/layout/process2"/>
    <dgm:cxn modelId="{7A0C3B6E-0653-4470-A324-05615E8A4ABA}" type="presParOf" srcId="{AC0214F1-1726-4EE9-A1E7-5DD6A2059C38}" destId="{77DF3338-F0BA-422B-BC62-626A23788E73}" srcOrd="0" destOrd="0" presId="urn:microsoft.com/office/officeart/2005/8/layout/process2"/>
    <dgm:cxn modelId="{FF6ACED4-4808-45D5-A67D-A53D40EAE7EA}" type="presParOf" srcId="{838DAB86-6D8B-4189-9212-8C827F54EFFE}" destId="{643CF869-953B-4650-8485-319E71AB6E30}" srcOrd="4" destOrd="0" presId="urn:microsoft.com/office/officeart/2005/8/layout/process2"/>
    <dgm:cxn modelId="{39E23B1E-FC52-4651-81FE-66D440EB7F0F}" type="presParOf" srcId="{838DAB86-6D8B-4189-9212-8C827F54EFFE}" destId="{65E879D2-9FD8-4CC2-9640-ADB63163FE9E}" srcOrd="5" destOrd="0" presId="urn:microsoft.com/office/officeart/2005/8/layout/process2"/>
    <dgm:cxn modelId="{77CF1099-A6FD-4BBB-963C-4FE9214EBA1C}" type="presParOf" srcId="{65E879D2-9FD8-4CC2-9640-ADB63163FE9E}" destId="{212E248E-CD28-4290-B3F4-CB5D2BC11B72}" srcOrd="0" destOrd="0" presId="urn:microsoft.com/office/officeart/2005/8/layout/process2"/>
    <dgm:cxn modelId="{39A1F766-9E37-4359-82EF-2E8E828A07F1}" type="presParOf" srcId="{838DAB86-6D8B-4189-9212-8C827F54EFFE}" destId="{AF1AE050-7327-498B-B36A-2C441DE17726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3DB1B-9D4E-4F52-93E2-D9379FAF3DC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070D4DCA-FF48-48AF-A71A-629E4E777D54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Choose a book </a:t>
          </a:r>
        </a:p>
      </dgm:t>
    </dgm:pt>
    <dgm:pt modelId="{15F484CD-FF63-4CE0-8CF2-8E725E372717}" type="parTrans" cxnId="{77903819-4AB2-4B6B-83E7-059DCB250358}">
      <dgm:prSet/>
      <dgm:spPr/>
      <dgm:t>
        <a:bodyPr/>
        <a:lstStyle/>
        <a:p>
          <a:endParaRPr lang="en-US"/>
        </a:p>
      </dgm:t>
    </dgm:pt>
    <dgm:pt modelId="{E7CB1BC1-CF9C-492C-ABF7-8B77F69E9A6A}" type="sibTrans" cxnId="{77903819-4AB2-4B6B-83E7-059DCB250358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E9986425-1EE6-49AC-BB88-E688C514394B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Read daily </a:t>
          </a:r>
        </a:p>
      </dgm:t>
    </dgm:pt>
    <dgm:pt modelId="{000F24E0-2281-4833-BC36-81919EB5BABF}" type="parTrans" cxnId="{F3800ED1-1012-414E-A639-2DFF684464EC}">
      <dgm:prSet/>
      <dgm:spPr/>
      <dgm:t>
        <a:bodyPr/>
        <a:lstStyle/>
        <a:p>
          <a:endParaRPr lang="en-US"/>
        </a:p>
      </dgm:t>
    </dgm:pt>
    <dgm:pt modelId="{1BC34C90-CFD9-4016-95CF-0A09A10FB57B}" type="sibTrans" cxnId="{F3800ED1-1012-414E-A639-2DFF684464EC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A80C6E17-4882-41E2-9CA3-C2E109E9BB8D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Think about the story</a:t>
          </a:r>
        </a:p>
      </dgm:t>
    </dgm:pt>
    <dgm:pt modelId="{09DABF42-2706-409F-854D-8E953D5E36D5}" type="parTrans" cxnId="{67B2A4A4-60D7-464F-A496-520E03A88F60}">
      <dgm:prSet/>
      <dgm:spPr/>
      <dgm:t>
        <a:bodyPr/>
        <a:lstStyle/>
        <a:p>
          <a:endParaRPr lang="en-US"/>
        </a:p>
      </dgm:t>
    </dgm:pt>
    <dgm:pt modelId="{A744D447-386D-436E-9A6E-24AC3692C621}" type="sibTrans" cxnId="{67B2A4A4-60D7-464F-A496-520E03A88F60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endParaRPr lang="en-US"/>
        </a:p>
      </dgm:t>
    </dgm:pt>
    <dgm:pt modelId="{F7C6E11B-F430-4810-9D19-882012CB8AE5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Share what I learn</a:t>
          </a:r>
        </a:p>
      </dgm:t>
    </dgm:pt>
    <dgm:pt modelId="{E3F36F7F-1A16-42EE-B748-978FC26BA366}" type="parTrans" cxnId="{DD29960D-B5BE-4779-AAF7-22FAA0A97144}">
      <dgm:prSet/>
      <dgm:spPr/>
      <dgm:t>
        <a:bodyPr/>
        <a:lstStyle/>
        <a:p>
          <a:endParaRPr lang="en-US"/>
        </a:p>
      </dgm:t>
    </dgm:pt>
    <dgm:pt modelId="{47A2EC60-75C5-464C-815B-CD8F7DCBE113}" type="sibTrans" cxnId="{DD29960D-B5BE-4779-AAF7-22FAA0A97144}">
      <dgm:prSet/>
      <dgm:spPr/>
      <dgm:t>
        <a:bodyPr/>
        <a:lstStyle/>
        <a:p>
          <a:endParaRPr lang="en-US"/>
        </a:p>
      </dgm:t>
    </dgm:pt>
    <dgm:pt modelId="{717F2848-3E08-42AB-BA18-EE6D5C5A5DC3}" type="pres">
      <dgm:prSet presAssocID="{5283DB1B-9D4E-4F52-93E2-D9379FAF3DCC}" presName="linearFlow" presStyleCnt="0">
        <dgm:presLayoutVars>
          <dgm:resizeHandles val="exact"/>
        </dgm:presLayoutVars>
      </dgm:prSet>
      <dgm:spPr/>
    </dgm:pt>
    <dgm:pt modelId="{567F8A35-195B-4D32-BF79-C70794EDD788}" type="pres">
      <dgm:prSet presAssocID="{070D4DCA-FF48-48AF-A71A-629E4E777D54}" presName="node" presStyleLbl="node1" presStyleIdx="0" presStyleCnt="4" custLinFactX="100000" custLinFactNeighborX="153047" custLinFactNeighborY="42621">
        <dgm:presLayoutVars>
          <dgm:bulletEnabled val="1"/>
        </dgm:presLayoutVars>
      </dgm:prSet>
      <dgm:spPr/>
    </dgm:pt>
    <dgm:pt modelId="{371B8937-D55F-41CF-83D2-D8C0735D53A6}" type="pres">
      <dgm:prSet presAssocID="{E7CB1BC1-CF9C-492C-ABF7-8B77F69E9A6A}" presName="sibTrans" presStyleLbl="sibTrans2D1" presStyleIdx="0" presStyleCnt="3"/>
      <dgm:spPr/>
    </dgm:pt>
    <dgm:pt modelId="{5FDCB8A1-7D02-4C93-AA94-13ABA99E8F3D}" type="pres">
      <dgm:prSet presAssocID="{E7CB1BC1-CF9C-492C-ABF7-8B77F69E9A6A}" presName="connectorText" presStyleLbl="sibTrans2D1" presStyleIdx="0" presStyleCnt="3"/>
      <dgm:spPr/>
    </dgm:pt>
    <dgm:pt modelId="{220FBE3E-44A0-49E2-AEE6-0631EA3B12E2}" type="pres">
      <dgm:prSet presAssocID="{E9986425-1EE6-49AC-BB88-E688C514394B}" presName="node" presStyleLbl="node1" presStyleIdx="1" presStyleCnt="4" custLinFactX="85341" custLinFactNeighborX="100000" custLinFactNeighborY="-30516">
        <dgm:presLayoutVars>
          <dgm:bulletEnabled val="1"/>
        </dgm:presLayoutVars>
      </dgm:prSet>
      <dgm:spPr/>
    </dgm:pt>
    <dgm:pt modelId="{1F15EE2E-0643-4F09-BEE3-B5582EA4E9EF}" type="pres">
      <dgm:prSet presAssocID="{1BC34C90-CFD9-4016-95CF-0A09A10FB57B}" presName="sibTrans" presStyleLbl="sibTrans2D1" presStyleIdx="1" presStyleCnt="3"/>
      <dgm:spPr/>
    </dgm:pt>
    <dgm:pt modelId="{1FAFF13C-986F-49C6-9B37-20085FEDEC1A}" type="pres">
      <dgm:prSet presAssocID="{1BC34C90-CFD9-4016-95CF-0A09A10FB57B}" presName="connectorText" presStyleLbl="sibTrans2D1" presStyleIdx="1" presStyleCnt="3"/>
      <dgm:spPr/>
    </dgm:pt>
    <dgm:pt modelId="{665A6218-B65F-4A87-9576-D3E0870BF835}" type="pres">
      <dgm:prSet presAssocID="{A80C6E17-4882-41E2-9CA3-C2E109E9BB8D}" presName="node" presStyleLbl="node1" presStyleIdx="2" presStyleCnt="4" custLinFactX="80645" custLinFactNeighborX="100000" custLinFactNeighborY="-76387">
        <dgm:presLayoutVars>
          <dgm:bulletEnabled val="1"/>
        </dgm:presLayoutVars>
      </dgm:prSet>
      <dgm:spPr/>
    </dgm:pt>
    <dgm:pt modelId="{C4671AE7-D896-4820-9A11-9B150EA5B8D8}" type="pres">
      <dgm:prSet presAssocID="{A744D447-386D-436E-9A6E-24AC3692C621}" presName="sibTrans" presStyleLbl="sibTrans2D1" presStyleIdx="2" presStyleCnt="3"/>
      <dgm:spPr/>
    </dgm:pt>
    <dgm:pt modelId="{118209D1-EA1C-4A9D-8701-8787FAB52182}" type="pres">
      <dgm:prSet presAssocID="{A744D447-386D-436E-9A6E-24AC3692C621}" presName="connectorText" presStyleLbl="sibTrans2D1" presStyleIdx="2" presStyleCnt="3"/>
      <dgm:spPr/>
    </dgm:pt>
    <dgm:pt modelId="{91BD2599-91ED-4E5E-969A-A51C001516BD}" type="pres">
      <dgm:prSet presAssocID="{F7C6E11B-F430-4810-9D19-882012CB8AE5}" presName="node" presStyleLbl="node1" presStyleIdx="3" presStyleCnt="4" custLinFactX="81792" custLinFactY="-14000" custLinFactNeighborX="100000" custLinFactNeighborY="-100000">
        <dgm:presLayoutVars>
          <dgm:bulletEnabled val="1"/>
        </dgm:presLayoutVars>
      </dgm:prSet>
      <dgm:spPr/>
    </dgm:pt>
  </dgm:ptLst>
  <dgm:cxnLst>
    <dgm:cxn modelId="{DD29960D-B5BE-4779-AAF7-22FAA0A97144}" srcId="{5283DB1B-9D4E-4F52-93E2-D9379FAF3DCC}" destId="{F7C6E11B-F430-4810-9D19-882012CB8AE5}" srcOrd="3" destOrd="0" parTransId="{E3F36F7F-1A16-42EE-B748-978FC26BA366}" sibTransId="{47A2EC60-75C5-464C-815B-CD8F7DCBE113}"/>
    <dgm:cxn modelId="{492A5411-B810-47B0-8F59-CC430BE36892}" type="presOf" srcId="{A80C6E17-4882-41E2-9CA3-C2E109E9BB8D}" destId="{665A6218-B65F-4A87-9576-D3E0870BF835}" srcOrd="0" destOrd="0" presId="urn:microsoft.com/office/officeart/2005/8/layout/process2"/>
    <dgm:cxn modelId="{77903819-4AB2-4B6B-83E7-059DCB250358}" srcId="{5283DB1B-9D4E-4F52-93E2-D9379FAF3DCC}" destId="{070D4DCA-FF48-48AF-A71A-629E4E777D54}" srcOrd="0" destOrd="0" parTransId="{15F484CD-FF63-4CE0-8CF2-8E725E372717}" sibTransId="{E7CB1BC1-CF9C-492C-ABF7-8B77F69E9A6A}"/>
    <dgm:cxn modelId="{61943421-7583-4714-A932-1AD0BB9F986D}" type="presOf" srcId="{A744D447-386D-436E-9A6E-24AC3692C621}" destId="{C4671AE7-D896-4820-9A11-9B150EA5B8D8}" srcOrd="0" destOrd="0" presId="urn:microsoft.com/office/officeart/2005/8/layout/process2"/>
    <dgm:cxn modelId="{544B4021-9C25-4778-8C02-69BF695CACF6}" type="presOf" srcId="{E7CB1BC1-CF9C-492C-ABF7-8B77F69E9A6A}" destId="{5FDCB8A1-7D02-4C93-AA94-13ABA99E8F3D}" srcOrd="1" destOrd="0" presId="urn:microsoft.com/office/officeart/2005/8/layout/process2"/>
    <dgm:cxn modelId="{B2B44534-888C-4B15-807E-BBAE4B8BAC67}" type="presOf" srcId="{070D4DCA-FF48-48AF-A71A-629E4E777D54}" destId="{567F8A35-195B-4D32-BF79-C70794EDD788}" srcOrd="0" destOrd="0" presId="urn:microsoft.com/office/officeart/2005/8/layout/process2"/>
    <dgm:cxn modelId="{CE7A2381-2367-4488-A3D6-ADD664A62F08}" type="presOf" srcId="{5283DB1B-9D4E-4F52-93E2-D9379FAF3DCC}" destId="{717F2848-3E08-42AB-BA18-EE6D5C5A5DC3}" srcOrd="0" destOrd="0" presId="urn:microsoft.com/office/officeart/2005/8/layout/process2"/>
    <dgm:cxn modelId="{6319E78C-F4AA-4DC2-B09C-DF06BE707957}" type="presOf" srcId="{E7CB1BC1-CF9C-492C-ABF7-8B77F69E9A6A}" destId="{371B8937-D55F-41CF-83D2-D8C0735D53A6}" srcOrd="0" destOrd="0" presId="urn:microsoft.com/office/officeart/2005/8/layout/process2"/>
    <dgm:cxn modelId="{2E7DF39B-0DD3-4E77-AF4D-FF70F53271CF}" type="presOf" srcId="{1BC34C90-CFD9-4016-95CF-0A09A10FB57B}" destId="{1FAFF13C-986F-49C6-9B37-20085FEDEC1A}" srcOrd="1" destOrd="0" presId="urn:microsoft.com/office/officeart/2005/8/layout/process2"/>
    <dgm:cxn modelId="{815ED99F-DCC6-4872-9895-7B8B242820FA}" type="presOf" srcId="{A744D447-386D-436E-9A6E-24AC3692C621}" destId="{118209D1-EA1C-4A9D-8701-8787FAB52182}" srcOrd="1" destOrd="0" presId="urn:microsoft.com/office/officeart/2005/8/layout/process2"/>
    <dgm:cxn modelId="{67B2A4A4-60D7-464F-A496-520E03A88F60}" srcId="{5283DB1B-9D4E-4F52-93E2-D9379FAF3DCC}" destId="{A80C6E17-4882-41E2-9CA3-C2E109E9BB8D}" srcOrd="2" destOrd="0" parTransId="{09DABF42-2706-409F-854D-8E953D5E36D5}" sibTransId="{A744D447-386D-436E-9A6E-24AC3692C621}"/>
    <dgm:cxn modelId="{A1A02BA6-D982-41C0-9AE9-B2D31FEEF039}" type="presOf" srcId="{1BC34C90-CFD9-4016-95CF-0A09A10FB57B}" destId="{1F15EE2E-0643-4F09-BEE3-B5582EA4E9EF}" srcOrd="0" destOrd="0" presId="urn:microsoft.com/office/officeart/2005/8/layout/process2"/>
    <dgm:cxn modelId="{F3800ED1-1012-414E-A639-2DFF684464EC}" srcId="{5283DB1B-9D4E-4F52-93E2-D9379FAF3DCC}" destId="{E9986425-1EE6-49AC-BB88-E688C514394B}" srcOrd="1" destOrd="0" parTransId="{000F24E0-2281-4833-BC36-81919EB5BABF}" sibTransId="{1BC34C90-CFD9-4016-95CF-0A09A10FB57B}"/>
    <dgm:cxn modelId="{B08FA5E2-BE63-41B9-A11A-53C4AF6FE4C6}" type="presOf" srcId="{E9986425-1EE6-49AC-BB88-E688C514394B}" destId="{220FBE3E-44A0-49E2-AEE6-0631EA3B12E2}" srcOrd="0" destOrd="0" presId="urn:microsoft.com/office/officeart/2005/8/layout/process2"/>
    <dgm:cxn modelId="{2168A2E7-5136-40F9-A08A-2BFFF68A41B2}" type="presOf" srcId="{F7C6E11B-F430-4810-9D19-882012CB8AE5}" destId="{91BD2599-91ED-4E5E-969A-A51C001516BD}" srcOrd="0" destOrd="0" presId="urn:microsoft.com/office/officeart/2005/8/layout/process2"/>
    <dgm:cxn modelId="{7671974C-9DDD-4D8B-A796-7D0924495331}" type="presParOf" srcId="{717F2848-3E08-42AB-BA18-EE6D5C5A5DC3}" destId="{567F8A35-195B-4D32-BF79-C70794EDD788}" srcOrd="0" destOrd="0" presId="urn:microsoft.com/office/officeart/2005/8/layout/process2"/>
    <dgm:cxn modelId="{4C6D16EE-2317-4829-8CB3-CE1ADD4743B0}" type="presParOf" srcId="{717F2848-3E08-42AB-BA18-EE6D5C5A5DC3}" destId="{371B8937-D55F-41CF-83D2-D8C0735D53A6}" srcOrd="1" destOrd="0" presId="urn:microsoft.com/office/officeart/2005/8/layout/process2"/>
    <dgm:cxn modelId="{8616329F-87F0-43E4-ADB5-7A0BFBFD93F7}" type="presParOf" srcId="{371B8937-D55F-41CF-83D2-D8C0735D53A6}" destId="{5FDCB8A1-7D02-4C93-AA94-13ABA99E8F3D}" srcOrd="0" destOrd="0" presId="urn:microsoft.com/office/officeart/2005/8/layout/process2"/>
    <dgm:cxn modelId="{E67D6053-B594-4B9C-AB22-A62ED8EDCB25}" type="presParOf" srcId="{717F2848-3E08-42AB-BA18-EE6D5C5A5DC3}" destId="{220FBE3E-44A0-49E2-AEE6-0631EA3B12E2}" srcOrd="2" destOrd="0" presId="urn:microsoft.com/office/officeart/2005/8/layout/process2"/>
    <dgm:cxn modelId="{E78C4AD5-A134-4886-A471-792858DEDAB9}" type="presParOf" srcId="{717F2848-3E08-42AB-BA18-EE6D5C5A5DC3}" destId="{1F15EE2E-0643-4F09-BEE3-B5582EA4E9EF}" srcOrd="3" destOrd="0" presId="urn:microsoft.com/office/officeart/2005/8/layout/process2"/>
    <dgm:cxn modelId="{BC344B6B-C619-4981-AB6A-7983FFFE8C77}" type="presParOf" srcId="{1F15EE2E-0643-4F09-BEE3-B5582EA4E9EF}" destId="{1FAFF13C-986F-49C6-9B37-20085FEDEC1A}" srcOrd="0" destOrd="0" presId="urn:microsoft.com/office/officeart/2005/8/layout/process2"/>
    <dgm:cxn modelId="{D359F27B-DE48-4172-A18D-8A2A82CDFA00}" type="presParOf" srcId="{717F2848-3E08-42AB-BA18-EE6D5C5A5DC3}" destId="{665A6218-B65F-4A87-9576-D3E0870BF835}" srcOrd="4" destOrd="0" presId="urn:microsoft.com/office/officeart/2005/8/layout/process2"/>
    <dgm:cxn modelId="{F113D614-5352-489E-BA64-4CBD67803EC6}" type="presParOf" srcId="{717F2848-3E08-42AB-BA18-EE6D5C5A5DC3}" destId="{C4671AE7-D896-4820-9A11-9B150EA5B8D8}" srcOrd="5" destOrd="0" presId="urn:microsoft.com/office/officeart/2005/8/layout/process2"/>
    <dgm:cxn modelId="{8F376228-475A-42DB-B6BA-7E9B9F9DE48C}" type="presParOf" srcId="{C4671AE7-D896-4820-9A11-9B150EA5B8D8}" destId="{118209D1-EA1C-4A9D-8701-8787FAB52182}" srcOrd="0" destOrd="0" presId="urn:microsoft.com/office/officeart/2005/8/layout/process2"/>
    <dgm:cxn modelId="{F2BE3E50-C2A4-4F69-8E6C-E072480EBA36}" type="presParOf" srcId="{717F2848-3E08-42AB-BA18-EE6D5C5A5DC3}" destId="{91BD2599-91ED-4E5E-969A-A51C001516B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D48D8E-25FF-459A-8849-4CF03F557A9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5960A17-5E9A-44F0-8EB6-27D9033DA416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Choose a recipe</a:t>
          </a:r>
        </a:p>
      </dgm:t>
    </dgm:pt>
    <dgm:pt modelId="{BD5F0599-68CE-4207-AA72-2F05F80CDB91}" type="parTrans" cxnId="{8BBADA9B-DF0F-4123-A26D-B2D65FCDE918}">
      <dgm:prSet/>
      <dgm:spPr/>
      <dgm:t>
        <a:bodyPr/>
        <a:lstStyle/>
        <a:p>
          <a:endParaRPr lang="en-US"/>
        </a:p>
      </dgm:t>
    </dgm:pt>
    <dgm:pt modelId="{994ED5CA-D894-4959-A0A2-03C6C4B39394}" type="sibTrans" cxnId="{8BBADA9B-DF0F-4123-A26D-B2D65FCDE918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/>
        </a:p>
      </dgm:t>
    </dgm:pt>
    <dgm:pt modelId="{6070E714-84B8-44ED-88C8-3AB2012D8E69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Prepare ingredients </a:t>
          </a:r>
        </a:p>
      </dgm:t>
    </dgm:pt>
    <dgm:pt modelId="{EA3945C5-D9A1-4C86-82FE-27B61CFE0574}" type="parTrans" cxnId="{A222D982-3BCB-4680-8DEF-21475E0A173F}">
      <dgm:prSet/>
      <dgm:spPr/>
      <dgm:t>
        <a:bodyPr/>
        <a:lstStyle/>
        <a:p>
          <a:endParaRPr lang="en-US"/>
        </a:p>
      </dgm:t>
    </dgm:pt>
    <dgm:pt modelId="{5416F557-7AB5-4600-8002-A17512CEC4B0}" type="sibTrans" cxnId="{A222D982-3BCB-4680-8DEF-21475E0A173F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/>
        </a:p>
      </dgm:t>
    </dgm:pt>
    <dgm:pt modelId="{0C19A7F8-C788-4D8E-A2A9-9DAD799F65E9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Bake </a:t>
          </a:r>
        </a:p>
      </dgm:t>
    </dgm:pt>
    <dgm:pt modelId="{3DBE3C4F-CE97-49CE-902D-1A2953D5F5D8}" type="parTrans" cxnId="{69256D43-AB98-4FF4-A025-345A52AD262E}">
      <dgm:prSet/>
      <dgm:spPr/>
      <dgm:t>
        <a:bodyPr/>
        <a:lstStyle/>
        <a:p>
          <a:endParaRPr lang="en-US"/>
        </a:p>
      </dgm:t>
    </dgm:pt>
    <dgm:pt modelId="{E406B2BE-A86B-44BA-8EFB-AF5364DA1622}" type="sibTrans" cxnId="{69256D43-AB98-4FF4-A025-345A52AD262E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endParaRPr lang="en-US"/>
        </a:p>
      </dgm:t>
    </dgm:pt>
    <dgm:pt modelId="{CFC2BB16-C2B7-4929-8C6D-4C24BE9065A7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85000"/>
                  <a:lumOff val="15000"/>
                </a:schemeClr>
              </a:solidFill>
            </a:rPr>
            <a:t>Enjoy &amp; share </a:t>
          </a:r>
        </a:p>
      </dgm:t>
    </dgm:pt>
    <dgm:pt modelId="{D6EF0A14-410A-4F91-90B9-DAD27FE88F9C}" type="parTrans" cxnId="{CFF55451-B247-4997-8ABD-E09F2DC1100F}">
      <dgm:prSet/>
      <dgm:spPr/>
      <dgm:t>
        <a:bodyPr/>
        <a:lstStyle/>
        <a:p>
          <a:endParaRPr lang="en-US"/>
        </a:p>
      </dgm:t>
    </dgm:pt>
    <dgm:pt modelId="{265CB485-2734-41D1-9B70-50B6E3058D09}" type="sibTrans" cxnId="{CFF55451-B247-4997-8ABD-E09F2DC1100F}">
      <dgm:prSet/>
      <dgm:spPr/>
      <dgm:t>
        <a:bodyPr/>
        <a:lstStyle/>
        <a:p>
          <a:endParaRPr lang="en-US"/>
        </a:p>
      </dgm:t>
    </dgm:pt>
    <dgm:pt modelId="{DAF2627F-6C13-4B96-8DA8-33941D1A5532}" type="pres">
      <dgm:prSet presAssocID="{6FD48D8E-25FF-459A-8849-4CF03F557A9C}" presName="linearFlow" presStyleCnt="0">
        <dgm:presLayoutVars>
          <dgm:resizeHandles val="exact"/>
        </dgm:presLayoutVars>
      </dgm:prSet>
      <dgm:spPr/>
    </dgm:pt>
    <dgm:pt modelId="{D284F141-A489-45EA-ADD8-3DA66E5FB7D2}" type="pres">
      <dgm:prSet presAssocID="{65960A17-5E9A-44F0-8EB6-27D9033DA416}" presName="node" presStyleLbl="node1" presStyleIdx="0" presStyleCnt="4" custLinFactNeighborX="-1039" custLinFactNeighborY="-9355">
        <dgm:presLayoutVars>
          <dgm:bulletEnabled val="1"/>
        </dgm:presLayoutVars>
      </dgm:prSet>
      <dgm:spPr/>
    </dgm:pt>
    <dgm:pt modelId="{EE69D034-F069-4767-B096-F8CD4E69489B}" type="pres">
      <dgm:prSet presAssocID="{994ED5CA-D894-4959-A0A2-03C6C4B39394}" presName="sibTrans" presStyleLbl="sibTrans2D1" presStyleIdx="0" presStyleCnt="3"/>
      <dgm:spPr/>
    </dgm:pt>
    <dgm:pt modelId="{C4D4E315-597A-4D42-A1F7-E5FC859ED82C}" type="pres">
      <dgm:prSet presAssocID="{994ED5CA-D894-4959-A0A2-03C6C4B39394}" presName="connectorText" presStyleLbl="sibTrans2D1" presStyleIdx="0" presStyleCnt="3"/>
      <dgm:spPr/>
    </dgm:pt>
    <dgm:pt modelId="{0F13AC8C-5C3B-4F7B-9C4B-0D4BB3592279}" type="pres">
      <dgm:prSet presAssocID="{6070E714-84B8-44ED-88C8-3AB2012D8E69}" presName="node" presStyleLbl="node1" presStyleIdx="1" presStyleCnt="4">
        <dgm:presLayoutVars>
          <dgm:bulletEnabled val="1"/>
        </dgm:presLayoutVars>
      </dgm:prSet>
      <dgm:spPr/>
    </dgm:pt>
    <dgm:pt modelId="{2D59BC44-CBA6-4A29-84D5-5BC7D44DC33D}" type="pres">
      <dgm:prSet presAssocID="{5416F557-7AB5-4600-8002-A17512CEC4B0}" presName="sibTrans" presStyleLbl="sibTrans2D1" presStyleIdx="1" presStyleCnt="3"/>
      <dgm:spPr/>
    </dgm:pt>
    <dgm:pt modelId="{F1C3FDD7-E4AD-4455-840A-B4F8224CFA2A}" type="pres">
      <dgm:prSet presAssocID="{5416F557-7AB5-4600-8002-A17512CEC4B0}" presName="connectorText" presStyleLbl="sibTrans2D1" presStyleIdx="1" presStyleCnt="3"/>
      <dgm:spPr/>
    </dgm:pt>
    <dgm:pt modelId="{8D1E25E1-E11A-438A-AB35-43ED5CD1CF88}" type="pres">
      <dgm:prSet presAssocID="{0C19A7F8-C788-4D8E-A2A9-9DAD799F65E9}" presName="node" presStyleLbl="node1" presStyleIdx="2" presStyleCnt="4">
        <dgm:presLayoutVars>
          <dgm:bulletEnabled val="1"/>
        </dgm:presLayoutVars>
      </dgm:prSet>
      <dgm:spPr/>
    </dgm:pt>
    <dgm:pt modelId="{CB17DFBF-67BA-4150-9FF7-270B563D2849}" type="pres">
      <dgm:prSet presAssocID="{E406B2BE-A86B-44BA-8EFB-AF5364DA1622}" presName="sibTrans" presStyleLbl="sibTrans2D1" presStyleIdx="2" presStyleCnt="3"/>
      <dgm:spPr/>
    </dgm:pt>
    <dgm:pt modelId="{92793820-5F81-43FA-B8E1-502894C98604}" type="pres">
      <dgm:prSet presAssocID="{E406B2BE-A86B-44BA-8EFB-AF5364DA1622}" presName="connectorText" presStyleLbl="sibTrans2D1" presStyleIdx="2" presStyleCnt="3"/>
      <dgm:spPr/>
    </dgm:pt>
    <dgm:pt modelId="{5EF2BA14-8A4F-45A1-8D9E-63D9AA8F378F}" type="pres">
      <dgm:prSet presAssocID="{CFC2BB16-C2B7-4929-8C6D-4C24BE9065A7}" presName="node" presStyleLbl="node1" presStyleIdx="3" presStyleCnt="4">
        <dgm:presLayoutVars>
          <dgm:bulletEnabled val="1"/>
        </dgm:presLayoutVars>
      </dgm:prSet>
      <dgm:spPr/>
    </dgm:pt>
  </dgm:ptLst>
  <dgm:cxnLst>
    <dgm:cxn modelId="{C2AE5F15-B3EF-40CE-BD0C-C5C5B36D232E}" type="presOf" srcId="{5416F557-7AB5-4600-8002-A17512CEC4B0}" destId="{2D59BC44-CBA6-4A29-84D5-5BC7D44DC33D}" srcOrd="0" destOrd="0" presId="urn:microsoft.com/office/officeart/2005/8/layout/process2"/>
    <dgm:cxn modelId="{B546F621-1CE5-4AB4-AD3E-4DFF10EB31CA}" type="presOf" srcId="{E406B2BE-A86B-44BA-8EFB-AF5364DA1622}" destId="{CB17DFBF-67BA-4150-9FF7-270B563D2849}" srcOrd="0" destOrd="0" presId="urn:microsoft.com/office/officeart/2005/8/layout/process2"/>
    <dgm:cxn modelId="{7363253C-2549-46A8-A0E8-68C98BA3CAD8}" type="presOf" srcId="{CFC2BB16-C2B7-4929-8C6D-4C24BE9065A7}" destId="{5EF2BA14-8A4F-45A1-8D9E-63D9AA8F378F}" srcOrd="0" destOrd="0" presId="urn:microsoft.com/office/officeart/2005/8/layout/process2"/>
    <dgm:cxn modelId="{69256D43-AB98-4FF4-A025-345A52AD262E}" srcId="{6FD48D8E-25FF-459A-8849-4CF03F557A9C}" destId="{0C19A7F8-C788-4D8E-A2A9-9DAD799F65E9}" srcOrd="2" destOrd="0" parTransId="{3DBE3C4F-CE97-49CE-902D-1A2953D5F5D8}" sibTransId="{E406B2BE-A86B-44BA-8EFB-AF5364DA1622}"/>
    <dgm:cxn modelId="{1970B74E-91A6-4837-B694-1D80AEE978CF}" type="presOf" srcId="{994ED5CA-D894-4959-A0A2-03C6C4B39394}" destId="{C4D4E315-597A-4D42-A1F7-E5FC859ED82C}" srcOrd="1" destOrd="0" presId="urn:microsoft.com/office/officeart/2005/8/layout/process2"/>
    <dgm:cxn modelId="{CFF55451-B247-4997-8ABD-E09F2DC1100F}" srcId="{6FD48D8E-25FF-459A-8849-4CF03F557A9C}" destId="{CFC2BB16-C2B7-4929-8C6D-4C24BE9065A7}" srcOrd="3" destOrd="0" parTransId="{D6EF0A14-410A-4F91-90B9-DAD27FE88F9C}" sibTransId="{265CB485-2734-41D1-9B70-50B6E3058D09}"/>
    <dgm:cxn modelId="{9FAB9C53-1B28-4D84-809B-997E711C72AE}" type="presOf" srcId="{E406B2BE-A86B-44BA-8EFB-AF5364DA1622}" destId="{92793820-5F81-43FA-B8E1-502894C98604}" srcOrd="1" destOrd="0" presId="urn:microsoft.com/office/officeart/2005/8/layout/process2"/>
    <dgm:cxn modelId="{A222D982-3BCB-4680-8DEF-21475E0A173F}" srcId="{6FD48D8E-25FF-459A-8849-4CF03F557A9C}" destId="{6070E714-84B8-44ED-88C8-3AB2012D8E69}" srcOrd="1" destOrd="0" parTransId="{EA3945C5-D9A1-4C86-82FE-27B61CFE0574}" sibTransId="{5416F557-7AB5-4600-8002-A17512CEC4B0}"/>
    <dgm:cxn modelId="{8BBADA9B-DF0F-4123-A26D-B2D65FCDE918}" srcId="{6FD48D8E-25FF-459A-8849-4CF03F557A9C}" destId="{65960A17-5E9A-44F0-8EB6-27D9033DA416}" srcOrd="0" destOrd="0" parTransId="{BD5F0599-68CE-4207-AA72-2F05F80CDB91}" sibTransId="{994ED5CA-D894-4959-A0A2-03C6C4B39394}"/>
    <dgm:cxn modelId="{915D89B9-B39A-4678-834C-0E7EE013B3B0}" type="presOf" srcId="{65960A17-5E9A-44F0-8EB6-27D9033DA416}" destId="{D284F141-A489-45EA-ADD8-3DA66E5FB7D2}" srcOrd="0" destOrd="0" presId="urn:microsoft.com/office/officeart/2005/8/layout/process2"/>
    <dgm:cxn modelId="{77A035BC-9715-45FD-AB1B-7718BDF8BF17}" type="presOf" srcId="{0C19A7F8-C788-4D8E-A2A9-9DAD799F65E9}" destId="{8D1E25E1-E11A-438A-AB35-43ED5CD1CF88}" srcOrd="0" destOrd="0" presId="urn:microsoft.com/office/officeart/2005/8/layout/process2"/>
    <dgm:cxn modelId="{CFF6BCC1-127D-49C7-AB75-545A44F54AAA}" type="presOf" srcId="{6FD48D8E-25FF-459A-8849-4CF03F557A9C}" destId="{DAF2627F-6C13-4B96-8DA8-33941D1A5532}" srcOrd="0" destOrd="0" presId="urn:microsoft.com/office/officeart/2005/8/layout/process2"/>
    <dgm:cxn modelId="{EC4125CB-F669-4609-A4E1-3B8B8E24268B}" type="presOf" srcId="{5416F557-7AB5-4600-8002-A17512CEC4B0}" destId="{F1C3FDD7-E4AD-4455-840A-B4F8224CFA2A}" srcOrd="1" destOrd="0" presId="urn:microsoft.com/office/officeart/2005/8/layout/process2"/>
    <dgm:cxn modelId="{592C92EE-A5B7-47B4-A64D-DDDCDA2371F9}" type="presOf" srcId="{6070E714-84B8-44ED-88C8-3AB2012D8E69}" destId="{0F13AC8C-5C3B-4F7B-9C4B-0D4BB3592279}" srcOrd="0" destOrd="0" presId="urn:microsoft.com/office/officeart/2005/8/layout/process2"/>
    <dgm:cxn modelId="{3EC564F4-0BB4-4E04-8FF8-0A65E42553E9}" type="presOf" srcId="{994ED5CA-D894-4959-A0A2-03C6C4B39394}" destId="{EE69D034-F069-4767-B096-F8CD4E69489B}" srcOrd="0" destOrd="0" presId="urn:microsoft.com/office/officeart/2005/8/layout/process2"/>
    <dgm:cxn modelId="{7192560F-F38D-494B-99F7-E3BF5A7ED517}" type="presParOf" srcId="{DAF2627F-6C13-4B96-8DA8-33941D1A5532}" destId="{D284F141-A489-45EA-ADD8-3DA66E5FB7D2}" srcOrd="0" destOrd="0" presId="urn:microsoft.com/office/officeart/2005/8/layout/process2"/>
    <dgm:cxn modelId="{9CD2D52C-D859-4B93-AB98-A1682ACC8E9D}" type="presParOf" srcId="{DAF2627F-6C13-4B96-8DA8-33941D1A5532}" destId="{EE69D034-F069-4767-B096-F8CD4E69489B}" srcOrd="1" destOrd="0" presId="urn:microsoft.com/office/officeart/2005/8/layout/process2"/>
    <dgm:cxn modelId="{C2A2F29A-F673-40B2-80CE-70E10D18144D}" type="presParOf" srcId="{EE69D034-F069-4767-B096-F8CD4E69489B}" destId="{C4D4E315-597A-4D42-A1F7-E5FC859ED82C}" srcOrd="0" destOrd="0" presId="urn:microsoft.com/office/officeart/2005/8/layout/process2"/>
    <dgm:cxn modelId="{C406332C-8A86-4A1D-B1A8-8642466341E9}" type="presParOf" srcId="{DAF2627F-6C13-4B96-8DA8-33941D1A5532}" destId="{0F13AC8C-5C3B-4F7B-9C4B-0D4BB3592279}" srcOrd="2" destOrd="0" presId="urn:microsoft.com/office/officeart/2005/8/layout/process2"/>
    <dgm:cxn modelId="{A3F610AC-FC62-4A0B-B82D-67978C7D4C69}" type="presParOf" srcId="{DAF2627F-6C13-4B96-8DA8-33941D1A5532}" destId="{2D59BC44-CBA6-4A29-84D5-5BC7D44DC33D}" srcOrd="3" destOrd="0" presId="urn:microsoft.com/office/officeart/2005/8/layout/process2"/>
    <dgm:cxn modelId="{1C8B881C-B1EA-4C95-A9A2-5E51C097F8DD}" type="presParOf" srcId="{2D59BC44-CBA6-4A29-84D5-5BC7D44DC33D}" destId="{F1C3FDD7-E4AD-4455-840A-B4F8224CFA2A}" srcOrd="0" destOrd="0" presId="urn:microsoft.com/office/officeart/2005/8/layout/process2"/>
    <dgm:cxn modelId="{EA0A9B5B-4F93-40EE-A461-BB7F35AAF311}" type="presParOf" srcId="{DAF2627F-6C13-4B96-8DA8-33941D1A5532}" destId="{8D1E25E1-E11A-438A-AB35-43ED5CD1CF88}" srcOrd="4" destOrd="0" presId="urn:microsoft.com/office/officeart/2005/8/layout/process2"/>
    <dgm:cxn modelId="{CF98198C-184D-41CA-A90B-C54315936F7E}" type="presParOf" srcId="{DAF2627F-6C13-4B96-8DA8-33941D1A5532}" destId="{CB17DFBF-67BA-4150-9FF7-270B563D2849}" srcOrd="5" destOrd="0" presId="urn:microsoft.com/office/officeart/2005/8/layout/process2"/>
    <dgm:cxn modelId="{043A199E-40F0-4A55-84B7-AD719E0C582A}" type="presParOf" srcId="{CB17DFBF-67BA-4150-9FF7-270B563D2849}" destId="{92793820-5F81-43FA-B8E1-502894C98604}" srcOrd="0" destOrd="0" presId="urn:microsoft.com/office/officeart/2005/8/layout/process2"/>
    <dgm:cxn modelId="{A6B05AA2-AA2D-4E42-BEED-27F59C41133D}" type="presParOf" srcId="{DAF2627F-6C13-4B96-8DA8-33941D1A5532}" destId="{5EF2BA14-8A4F-45A1-8D9E-63D9AA8F378F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5BA68-BB10-4FA0-B664-9D7D4202F584}">
      <dsp:nvSpPr>
        <dsp:cNvPr id="0" name=""/>
        <dsp:cNvSpPr/>
      </dsp:nvSpPr>
      <dsp:spPr>
        <a:xfrm>
          <a:off x="630480" y="0"/>
          <a:ext cx="1740646" cy="967025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>
                  <a:lumMod val="85000"/>
                  <a:lumOff val="15000"/>
                </a:schemeClr>
              </a:solidFill>
            </a:rPr>
            <a:t>Plan the trip</a:t>
          </a:r>
        </a:p>
      </dsp:txBody>
      <dsp:txXfrm>
        <a:off x="658803" y="28323"/>
        <a:ext cx="1684000" cy="910379"/>
      </dsp:txXfrm>
    </dsp:sp>
    <dsp:sp modelId="{44A62420-5072-4745-830D-4DB1D84D0746}">
      <dsp:nvSpPr>
        <dsp:cNvPr id="0" name=""/>
        <dsp:cNvSpPr/>
      </dsp:nvSpPr>
      <dsp:spPr>
        <a:xfrm rot="5297083">
          <a:off x="1340188" y="992501"/>
          <a:ext cx="364747" cy="4351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1390375" y="1027733"/>
        <a:ext cx="261097" cy="255323"/>
      </dsp:txXfrm>
    </dsp:sp>
    <dsp:sp modelId="{2415A46D-7255-4061-955B-C9E714252C39}">
      <dsp:nvSpPr>
        <dsp:cNvPr id="0" name=""/>
        <dsp:cNvSpPr/>
      </dsp:nvSpPr>
      <dsp:spPr>
        <a:xfrm>
          <a:off x="673996" y="1453138"/>
          <a:ext cx="1740646" cy="967025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>
                  <a:lumMod val="85000"/>
                  <a:lumOff val="15000"/>
                </a:schemeClr>
              </a:solidFill>
            </a:rPr>
            <a:t>Pack bags </a:t>
          </a:r>
        </a:p>
      </dsp:txBody>
      <dsp:txXfrm>
        <a:off x="702319" y="1481461"/>
        <a:ext cx="1684000" cy="910379"/>
      </dsp:txXfrm>
    </dsp:sp>
    <dsp:sp modelId="{AC0214F1-1726-4EE9-A1E7-5DD6A2059C38}">
      <dsp:nvSpPr>
        <dsp:cNvPr id="0" name=""/>
        <dsp:cNvSpPr/>
      </dsp:nvSpPr>
      <dsp:spPr>
        <a:xfrm rot="5400000">
          <a:off x="1363002" y="2444339"/>
          <a:ext cx="362634" cy="4351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1413771" y="2480602"/>
        <a:ext cx="261097" cy="253844"/>
      </dsp:txXfrm>
    </dsp:sp>
    <dsp:sp modelId="{643CF869-953B-4650-8485-319E71AB6E30}">
      <dsp:nvSpPr>
        <dsp:cNvPr id="0" name=""/>
        <dsp:cNvSpPr/>
      </dsp:nvSpPr>
      <dsp:spPr>
        <a:xfrm>
          <a:off x="673996" y="2903676"/>
          <a:ext cx="1740646" cy="967025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>
                  <a:lumMod val="85000"/>
                  <a:lumOff val="15000"/>
                </a:schemeClr>
              </a:solidFill>
            </a:rPr>
            <a:t>Explore new places</a:t>
          </a:r>
        </a:p>
      </dsp:txBody>
      <dsp:txXfrm>
        <a:off x="702319" y="2931999"/>
        <a:ext cx="1684000" cy="910379"/>
      </dsp:txXfrm>
    </dsp:sp>
    <dsp:sp modelId="{65E879D2-9FD8-4CC2-9640-ADB63163FE9E}">
      <dsp:nvSpPr>
        <dsp:cNvPr id="0" name=""/>
        <dsp:cNvSpPr/>
      </dsp:nvSpPr>
      <dsp:spPr>
        <a:xfrm rot="5400000">
          <a:off x="1363002" y="3894878"/>
          <a:ext cx="362634" cy="4351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1413771" y="3931141"/>
        <a:ext cx="261097" cy="253844"/>
      </dsp:txXfrm>
    </dsp:sp>
    <dsp:sp modelId="{AF1AE050-7327-498B-B36A-2C441DE17726}">
      <dsp:nvSpPr>
        <dsp:cNvPr id="0" name=""/>
        <dsp:cNvSpPr/>
      </dsp:nvSpPr>
      <dsp:spPr>
        <a:xfrm>
          <a:off x="673996" y="4354215"/>
          <a:ext cx="1740646" cy="967025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>
                  <a:lumMod val="85000"/>
                  <a:lumOff val="15000"/>
                </a:schemeClr>
              </a:solidFill>
            </a:rPr>
            <a:t>Create memories</a:t>
          </a:r>
        </a:p>
      </dsp:txBody>
      <dsp:txXfrm>
        <a:off x="702319" y="4382538"/>
        <a:ext cx="1684000" cy="9103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F8A35-195B-4D32-BF79-C70794EDD788}">
      <dsp:nvSpPr>
        <dsp:cNvPr id="0" name=""/>
        <dsp:cNvSpPr/>
      </dsp:nvSpPr>
      <dsp:spPr>
        <a:xfrm>
          <a:off x="393756" y="233550"/>
          <a:ext cx="1948123" cy="108229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>
                  <a:lumMod val="85000"/>
                  <a:lumOff val="15000"/>
                </a:schemeClr>
              </a:solidFill>
            </a:rPr>
            <a:t>Choose a book </a:t>
          </a:r>
        </a:p>
      </dsp:txBody>
      <dsp:txXfrm>
        <a:off x="425455" y="265249"/>
        <a:ext cx="1884725" cy="1018892"/>
      </dsp:txXfrm>
    </dsp:sp>
    <dsp:sp modelId="{371B8937-D55F-41CF-83D2-D8C0735D53A6}">
      <dsp:nvSpPr>
        <dsp:cNvPr id="0" name=""/>
        <dsp:cNvSpPr/>
      </dsp:nvSpPr>
      <dsp:spPr>
        <a:xfrm rot="5400000">
          <a:off x="1313305" y="1145010"/>
          <a:ext cx="109025" cy="487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221709" y="1334013"/>
        <a:ext cx="292218" cy="76318"/>
      </dsp:txXfrm>
    </dsp:sp>
    <dsp:sp modelId="{220FBE3E-44A0-49E2-AEE6-0631EA3B12E2}">
      <dsp:nvSpPr>
        <dsp:cNvPr id="0" name=""/>
        <dsp:cNvSpPr/>
      </dsp:nvSpPr>
      <dsp:spPr>
        <a:xfrm>
          <a:off x="393756" y="1461209"/>
          <a:ext cx="1948123" cy="108229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>
                  <a:lumMod val="85000"/>
                  <a:lumOff val="15000"/>
                </a:schemeClr>
              </a:solidFill>
            </a:rPr>
            <a:t>Read daily </a:t>
          </a:r>
        </a:p>
      </dsp:txBody>
      <dsp:txXfrm>
        <a:off x="425455" y="1492908"/>
        <a:ext cx="1884725" cy="1018892"/>
      </dsp:txXfrm>
    </dsp:sp>
    <dsp:sp modelId="{1F15EE2E-0643-4F09-BEE3-B5582EA4E9EF}">
      <dsp:nvSpPr>
        <dsp:cNvPr id="0" name=""/>
        <dsp:cNvSpPr/>
      </dsp:nvSpPr>
      <dsp:spPr>
        <a:xfrm rot="5400000">
          <a:off x="1257974" y="2446442"/>
          <a:ext cx="219687" cy="487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221709" y="2580113"/>
        <a:ext cx="292218" cy="153781"/>
      </dsp:txXfrm>
    </dsp:sp>
    <dsp:sp modelId="{665A6218-B65F-4A87-9576-D3E0870BF835}">
      <dsp:nvSpPr>
        <dsp:cNvPr id="0" name=""/>
        <dsp:cNvSpPr/>
      </dsp:nvSpPr>
      <dsp:spPr>
        <a:xfrm>
          <a:off x="393756" y="2836416"/>
          <a:ext cx="1948123" cy="108229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>
                  <a:lumMod val="85000"/>
                  <a:lumOff val="15000"/>
                </a:schemeClr>
              </a:solidFill>
            </a:rPr>
            <a:t>Think about the story</a:t>
          </a:r>
        </a:p>
      </dsp:txBody>
      <dsp:txXfrm>
        <a:off x="425455" y="2868115"/>
        <a:ext cx="1884725" cy="1018892"/>
      </dsp:txXfrm>
    </dsp:sp>
    <dsp:sp modelId="{C4671AE7-D896-4820-9A11-9B150EA5B8D8}">
      <dsp:nvSpPr>
        <dsp:cNvPr id="0" name=""/>
        <dsp:cNvSpPr/>
      </dsp:nvSpPr>
      <dsp:spPr>
        <a:xfrm rot="5400000">
          <a:off x="1269626" y="3806113"/>
          <a:ext cx="196382" cy="4870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221709" y="3951437"/>
        <a:ext cx="292218" cy="137467"/>
      </dsp:txXfrm>
    </dsp:sp>
    <dsp:sp modelId="{91BD2599-91ED-4E5E-969A-A51C001516BD}">
      <dsp:nvSpPr>
        <dsp:cNvPr id="0" name=""/>
        <dsp:cNvSpPr/>
      </dsp:nvSpPr>
      <dsp:spPr>
        <a:xfrm>
          <a:off x="393756" y="4180551"/>
          <a:ext cx="1948123" cy="108229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>
                  <a:lumMod val="85000"/>
                  <a:lumOff val="15000"/>
                </a:schemeClr>
              </a:solidFill>
            </a:rPr>
            <a:t>Share what I learn</a:t>
          </a:r>
        </a:p>
      </dsp:txBody>
      <dsp:txXfrm>
        <a:off x="425455" y="4212250"/>
        <a:ext cx="1884725" cy="10188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4F141-A489-45EA-ADD8-3DA66E5FB7D2}">
      <dsp:nvSpPr>
        <dsp:cNvPr id="0" name=""/>
        <dsp:cNvSpPr/>
      </dsp:nvSpPr>
      <dsp:spPr>
        <a:xfrm>
          <a:off x="3159767" y="0"/>
          <a:ext cx="1771650" cy="98425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>
                  <a:lumMod val="85000"/>
                  <a:lumOff val="15000"/>
                </a:schemeClr>
              </a:solidFill>
            </a:rPr>
            <a:t>Choose a recipe</a:t>
          </a:r>
        </a:p>
      </dsp:txBody>
      <dsp:txXfrm>
        <a:off x="3188595" y="28828"/>
        <a:ext cx="1713994" cy="926594"/>
      </dsp:txXfrm>
    </dsp:sp>
    <dsp:sp modelId="{EE69D034-F069-4767-B096-F8CD4E69489B}">
      <dsp:nvSpPr>
        <dsp:cNvPr id="0" name=""/>
        <dsp:cNvSpPr/>
      </dsp:nvSpPr>
      <dsp:spPr>
        <a:xfrm rot="5357217">
          <a:off x="3869242" y="1010179"/>
          <a:ext cx="371106" cy="4429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3921228" y="1046086"/>
        <a:ext cx="265748" cy="259774"/>
      </dsp:txXfrm>
    </dsp:sp>
    <dsp:sp modelId="{0F13AC8C-5C3B-4F7B-9C4B-0D4BB3592279}">
      <dsp:nvSpPr>
        <dsp:cNvPr id="0" name=""/>
        <dsp:cNvSpPr/>
      </dsp:nvSpPr>
      <dsp:spPr>
        <a:xfrm>
          <a:off x="3178174" y="1479020"/>
          <a:ext cx="1771650" cy="98425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>
                  <a:lumMod val="85000"/>
                  <a:lumOff val="15000"/>
                </a:schemeClr>
              </a:solidFill>
            </a:rPr>
            <a:t>Prepare ingredients </a:t>
          </a:r>
        </a:p>
      </dsp:txBody>
      <dsp:txXfrm>
        <a:off x="3207002" y="1507848"/>
        <a:ext cx="1713994" cy="926594"/>
      </dsp:txXfrm>
    </dsp:sp>
    <dsp:sp modelId="{2D59BC44-CBA6-4A29-84D5-5BC7D44DC33D}">
      <dsp:nvSpPr>
        <dsp:cNvPr id="0" name=""/>
        <dsp:cNvSpPr/>
      </dsp:nvSpPr>
      <dsp:spPr>
        <a:xfrm rot="5400000">
          <a:off x="3879453" y="2487877"/>
          <a:ext cx="369093" cy="4429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3931126" y="2524786"/>
        <a:ext cx="265748" cy="258365"/>
      </dsp:txXfrm>
    </dsp:sp>
    <dsp:sp modelId="{8D1E25E1-E11A-438A-AB35-43ED5CD1CF88}">
      <dsp:nvSpPr>
        <dsp:cNvPr id="0" name=""/>
        <dsp:cNvSpPr/>
      </dsp:nvSpPr>
      <dsp:spPr>
        <a:xfrm>
          <a:off x="3178174" y="2955396"/>
          <a:ext cx="1771650" cy="98425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>
                  <a:lumMod val="85000"/>
                  <a:lumOff val="15000"/>
                </a:schemeClr>
              </a:solidFill>
            </a:rPr>
            <a:t>Bake </a:t>
          </a:r>
        </a:p>
      </dsp:txBody>
      <dsp:txXfrm>
        <a:off x="3207002" y="2984224"/>
        <a:ext cx="1713994" cy="926594"/>
      </dsp:txXfrm>
    </dsp:sp>
    <dsp:sp modelId="{CB17DFBF-67BA-4150-9FF7-270B563D2849}">
      <dsp:nvSpPr>
        <dsp:cNvPr id="0" name=""/>
        <dsp:cNvSpPr/>
      </dsp:nvSpPr>
      <dsp:spPr>
        <a:xfrm rot="5400000">
          <a:off x="3879453" y="3964252"/>
          <a:ext cx="369093" cy="4429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3931126" y="4001161"/>
        <a:ext cx="265748" cy="258365"/>
      </dsp:txXfrm>
    </dsp:sp>
    <dsp:sp modelId="{5EF2BA14-8A4F-45A1-8D9E-63D9AA8F378F}">
      <dsp:nvSpPr>
        <dsp:cNvPr id="0" name=""/>
        <dsp:cNvSpPr/>
      </dsp:nvSpPr>
      <dsp:spPr>
        <a:xfrm>
          <a:off x="3178174" y="4431771"/>
          <a:ext cx="1771650" cy="98425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>
                  <a:lumMod val="85000"/>
                  <a:lumOff val="15000"/>
                </a:schemeClr>
              </a:solidFill>
            </a:rPr>
            <a:t>Enjoy &amp; share </a:t>
          </a:r>
        </a:p>
      </dsp:txBody>
      <dsp:txXfrm>
        <a:off x="3207002" y="4460599"/>
        <a:ext cx="1713994" cy="9265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490F4-BEB2-4C8B-8CD5-3EA7860AC41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6EBB1-C8E7-4CFB-957E-1E5C54D52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7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favorite hobbies are reading travelling and baking. These hobbies make my free time enjoyable and help me learn new things and develop my creativity.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EBB1-C8E7-4CFB-957E-1E5C54D52B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20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Travelling is an enjoyable hobby that allows me to explore new places ,experience different cultures ,and create beautiful memories.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EBB1-C8E7-4CFB-957E-1E5C54D52B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73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is a quiet and useful hobby. It improves my imagination , increases my knowledge and helps me learn new words and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EBB1-C8E7-4CFB-957E-1E5C54D52B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06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Baking is a creative hobby that I enjoy in mu free time. I like trying new recipes, making delicious treats, and sharing them with others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EBB1-C8E7-4CFB-957E-1E5C54D52B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96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9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3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5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9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8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3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7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38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3755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7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98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13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92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F49E741-9FFD-406E-B15A-A067CBCEA55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C376A39-7FD9-4C49-97A7-530653174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4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  <p:sldLayoutId id="214748378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slideLayout" Target="../slideLayouts/slideLayout7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video" Target="../media/media1.mp4"/><Relationship Id="rId16" Type="http://schemas.openxmlformats.org/officeDocument/2006/relationships/image" Target="../media/image7.png"/><Relationship Id="rId1" Type="http://schemas.microsoft.com/office/2007/relationships/media" Target="../media/media1.mp4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image" Target="../media/image5.jpg"/><Relationship Id="rId10" Type="http://schemas.openxmlformats.org/officeDocument/2006/relationships/diagramData" Target="../diagrams/data2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0224-AF27-B487-DF39-EC9B05619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1" y="868362"/>
            <a:ext cx="8483600" cy="2387600"/>
          </a:xfrm>
        </p:spPr>
        <p:txBody>
          <a:bodyPr/>
          <a:lstStyle/>
          <a:p>
            <a:pPr algn="l"/>
            <a:r>
              <a:rPr lang="en-US" sz="3200" b="1" dirty="0"/>
              <a:t>MY FAVOURITE HOBBIES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893EC-F8F2-EB70-D44D-0CB7CC507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669" y="2931478"/>
            <a:ext cx="9001462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Reading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Travelling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Baking  </a:t>
            </a:r>
          </a:p>
        </p:txBody>
      </p:sp>
      <p:pic>
        <p:nvPicPr>
          <p:cNvPr id="5" name="Picture 4" descr="A person reading a book&#10;&#10;AI-generated content may be incorrect.">
            <a:extLst>
              <a:ext uri="{FF2B5EF4-FFF2-40B4-BE49-F238E27FC236}">
                <a16:creationId xmlns:a16="http://schemas.microsoft.com/office/drawing/2014/main" id="{D24F16D1-CE82-AF3D-F9EC-59818FFB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0" r="4412"/>
          <a:stretch/>
        </p:blipFill>
        <p:spPr>
          <a:xfrm>
            <a:off x="5613400" y="2549683"/>
            <a:ext cx="1463040" cy="1005840"/>
          </a:xfrm>
          <a:prstGeom prst="rect">
            <a:avLst/>
          </a:prstGeom>
        </p:spPr>
      </p:pic>
      <p:pic>
        <p:nvPicPr>
          <p:cNvPr id="7" name="Picture 6" descr="A person standing on a cliff overlooking a lake&#10;&#10;AI-generated content may be incorrect.">
            <a:extLst>
              <a:ext uri="{FF2B5EF4-FFF2-40B4-BE49-F238E27FC236}">
                <a16:creationId xmlns:a16="http://schemas.microsoft.com/office/drawing/2014/main" id="{BF741556-A333-04FE-C84D-153F1AAF6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3759359"/>
            <a:ext cx="1508760" cy="1005840"/>
          </a:xfrm>
          <a:prstGeom prst="rect">
            <a:avLst/>
          </a:prstGeom>
        </p:spPr>
      </p:pic>
      <p:pic>
        <p:nvPicPr>
          <p:cNvPr id="9" name="Picture 8" descr="A cupcakes in a baking tray and utensils&#10;&#10;AI-generated content may be incorrect.">
            <a:extLst>
              <a:ext uri="{FF2B5EF4-FFF2-40B4-BE49-F238E27FC236}">
                <a16:creationId xmlns:a16="http://schemas.microsoft.com/office/drawing/2014/main" id="{F81CAA7F-4910-1703-D120-073BD3DBD1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230" y="4969035"/>
            <a:ext cx="150738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043149-7EC6-FEA8-D714-2DD704AB82A3}"/>
              </a:ext>
            </a:extLst>
          </p:cNvPr>
          <p:cNvSpPr/>
          <p:nvPr/>
        </p:nvSpPr>
        <p:spPr>
          <a:xfrm>
            <a:off x="193040" y="2326640"/>
            <a:ext cx="7335520" cy="39420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6695BC3-66CD-A7B9-7F55-3517EC6C8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5293365"/>
              </p:ext>
            </p:extLst>
          </p:nvPr>
        </p:nvGraphicFramePr>
        <p:xfrm>
          <a:off x="7874000" y="934721"/>
          <a:ext cx="291592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53F34D-9DCD-A697-4623-D26BEFEB4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498952"/>
              </p:ext>
            </p:extLst>
          </p:nvPr>
        </p:nvGraphicFramePr>
        <p:xfrm>
          <a:off x="9103360" y="762000"/>
          <a:ext cx="3088640" cy="532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3207F3-E8E3-8665-546F-54FBDE1C9945}"/>
              </a:ext>
            </a:extLst>
          </p:cNvPr>
          <p:cNvSpPr txBox="1"/>
          <p:nvPr/>
        </p:nvSpPr>
        <p:spPr>
          <a:xfrm>
            <a:off x="386080" y="934721"/>
            <a:ext cx="272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TRAVELLING</a:t>
            </a:r>
            <a:r>
              <a:rPr lang="en-US" sz="3200" b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DE98A-2A50-89CA-0D9B-B4A08A777A63}"/>
              </a:ext>
            </a:extLst>
          </p:cNvPr>
          <p:cNvSpPr txBox="1"/>
          <p:nvPr/>
        </p:nvSpPr>
        <p:spPr>
          <a:xfrm>
            <a:off x="985520" y="1957308"/>
            <a:ext cx="481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joyful hobby that explores new places </a:t>
            </a:r>
          </a:p>
        </p:txBody>
      </p:sp>
      <p:pic>
        <p:nvPicPr>
          <p:cNvPr id="9" name="Picture 8" descr="A person standing on a cliff overlooking a lake&#10;&#10;AI-generated content may be incorrect.">
            <a:extLst>
              <a:ext uri="{FF2B5EF4-FFF2-40B4-BE49-F238E27FC236}">
                <a16:creationId xmlns:a16="http://schemas.microsoft.com/office/drawing/2014/main" id="{9EEC14A6-FF97-9191-7D09-90656B97BD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45" y="2505710"/>
            <a:ext cx="2011680" cy="13411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B2F91F-5F62-08A9-F924-B890FFE5BBE3}"/>
              </a:ext>
            </a:extLst>
          </p:cNvPr>
          <p:cNvSpPr txBox="1"/>
          <p:nvPr/>
        </p:nvSpPr>
        <p:spPr>
          <a:xfrm>
            <a:off x="721042" y="4211937"/>
            <a:ext cx="5616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Travelling is my favorite hobby because it allows me to explore new places ,experience different cultures, and create beautiful memories</a:t>
            </a:r>
          </a:p>
        </p:txBody>
      </p:sp>
      <p:pic>
        <p:nvPicPr>
          <p:cNvPr id="11" name="video">
            <a:hlinkClick r:id="" action="ppaction://media"/>
            <a:extLst>
              <a:ext uri="{FF2B5EF4-FFF2-40B4-BE49-F238E27FC236}">
                <a16:creationId xmlns:a16="http://schemas.microsoft.com/office/drawing/2014/main" id="{10858EAE-8C9F-67B4-6788-258264868B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529330" y="2435842"/>
            <a:ext cx="2377440" cy="166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8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7F8D-6A31-20D4-F389-95DFE5AC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741680"/>
            <a:ext cx="8534400" cy="102982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Calibri (Body)"/>
              </a:rPr>
              <a:t>READING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468D70-D7F0-4F00-C323-30842BC314D2}"/>
              </a:ext>
            </a:extLst>
          </p:cNvPr>
          <p:cNvSpPr/>
          <p:nvPr/>
        </p:nvSpPr>
        <p:spPr>
          <a:xfrm>
            <a:off x="254000" y="2252979"/>
            <a:ext cx="7792720" cy="420878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999F3-6CE4-DCA4-8B18-29CDAD643BD5}"/>
              </a:ext>
            </a:extLst>
          </p:cNvPr>
          <p:cNvSpPr txBox="1"/>
          <p:nvPr/>
        </p:nvSpPr>
        <p:spPr>
          <a:xfrm>
            <a:off x="812800" y="1771508"/>
            <a:ext cx="528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quiet hobby that build imagination </a:t>
            </a:r>
          </a:p>
        </p:txBody>
      </p:sp>
      <p:pic>
        <p:nvPicPr>
          <p:cNvPr id="12" name="Picture 11" descr="A person reading a book&#10;&#10;AI-generated content may be incorrect.">
            <a:extLst>
              <a:ext uri="{FF2B5EF4-FFF2-40B4-BE49-F238E27FC236}">
                <a16:creationId xmlns:a16="http://schemas.microsoft.com/office/drawing/2014/main" id="{A702BF28-B4B7-2DF5-1DDB-AD5DAA1A1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2498090"/>
            <a:ext cx="2194560" cy="14630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B25D00-702E-C2CA-83E8-240B23D31D71}"/>
              </a:ext>
            </a:extLst>
          </p:cNvPr>
          <p:cNvSpPr txBox="1"/>
          <p:nvPr/>
        </p:nvSpPr>
        <p:spPr>
          <a:xfrm>
            <a:off x="904240" y="4206241"/>
            <a:ext cx="649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is my </a:t>
            </a:r>
            <a:r>
              <a:rPr lang="en-US" dirty="0" err="1"/>
              <a:t>favourite</a:t>
            </a:r>
            <a:r>
              <a:rPr lang="en-US" dirty="0"/>
              <a:t> way to relax and learn new things. A good book can introduced new ideas, knowledge and improve vocabulary 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80CAE23-F46E-4CA9-83A2-BA8FA87E4A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4991773"/>
              </p:ext>
            </p:extLst>
          </p:nvPr>
        </p:nvGraphicFramePr>
        <p:xfrm>
          <a:off x="9149080" y="818303"/>
          <a:ext cx="2341880" cy="59584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8932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93C2B4-40C7-0E0B-3DED-738505B9F16E}"/>
              </a:ext>
            </a:extLst>
          </p:cNvPr>
          <p:cNvSpPr/>
          <p:nvPr/>
        </p:nvSpPr>
        <p:spPr>
          <a:xfrm>
            <a:off x="101600" y="2499360"/>
            <a:ext cx="8239760" cy="39928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D6107-E860-8E24-9D03-7B89D8F4AC47}"/>
              </a:ext>
            </a:extLst>
          </p:cNvPr>
          <p:cNvSpPr txBox="1"/>
          <p:nvPr/>
        </p:nvSpPr>
        <p:spPr>
          <a:xfrm>
            <a:off x="335280" y="1299031"/>
            <a:ext cx="4084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BAKING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FF430-7B10-134B-2FBA-2DA602A00777}"/>
              </a:ext>
            </a:extLst>
          </p:cNvPr>
          <p:cNvSpPr txBox="1"/>
          <p:nvPr/>
        </p:nvSpPr>
        <p:spPr>
          <a:xfrm>
            <a:off x="1005840" y="2130028"/>
            <a:ext cx="509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creative hobby that bring joy</a:t>
            </a:r>
          </a:p>
        </p:txBody>
      </p:sp>
      <p:pic>
        <p:nvPicPr>
          <p:cNvPr id="6" name="Picture 5" descr="A cupcakes in a baking tray and utensils&#10;&#10;AI-generated content may be incorrect.">
            <a:extLst>
              <a:ext uri="{FF2B5EF4-FFF2-40B4-BE49-F238E27FC236}">
                <a16:creationId xmlns:a16="http://schemas.microsoft.com/office/drawing/2014/main" id="{AEFFDCC6-4E54-DE93-1FFF-DFBBEB9E9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2727321"/>
            <a:ext cx="2103120" cy="14033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FCA06F-D19C-BC34-BEFF-4569E27FFBE5}"/>
              </a:ext>
            </a:extLst>
          </p:cNvPr>
          <p:cNvSpPr txBox="1"/>
          <p:nvPr/>
        </p:nvSpPr>
        <p:spPr>
          <a:xfrm>
            <a:off x="1005840" y="4495800"/>
            <a:ext cx="5953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Baking is my </a:t>
            </a:r>
            <a:r>
              <a:rPr lang="en-US" dirty="0" err="1"/>
              <a:t>favourite</a:t>
            </a:r>
            <a:r>
              <a:rPr lang="en-US" dirty="0"/>
              <a:t> hobby because I enjoy making delicious treats and trying new recipes. It allows me to be creative and share happiness with others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F0691C7-3B78-6542-1132-B7D42D2ED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9194259"/>
              </p:ext>
            </p:extLst>
          </p:nvPr>
        </p:nvGraphicFramePr>
        <p:xfrm>
          <a:off x="6695440" y="90254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992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3916</TotalTime>
  <Words>240</Words>
  <Application>Microsoft Office PowerPoint</Application>
  <PresentationFormat>Widescreen</PresentationFormat>
  <Paragraphs>33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 (Body)</vt:lpstr>
      <vt:lpstr>Tw Cen MT</vt:lpstr>
      <vt:lpstr>Droplet</vt:lpstr>
      <vt:lpstr>MY FAVOURITE HOBBIES </vt:lpstr>
      <vt:lpstr>PowerPoint Presentation</vt:lpstr>
      <vt:lpstr>READING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isma javed</cp:lastModifiedBy>
  <cp:revision>2</cp:revision>
  <dcterms:created xsi:type="dcterms:W3CDTF">2026-08-25T20:23:22Z</dcterms:created>
  <dcterms:modified xsi:type="dcterms:W3CDTF">2026-09-10T17:45:05Z</dcterms:modified>
</cp:coreProperties>
</file>